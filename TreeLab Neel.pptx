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7" autoAdjust="0"/>
    <p:restoredTop sz="94675"/>
  </p:normalViewPr>
  <p:slideViewPr>
    <p:cSldViewPr>
      <p:cViewPr varScale="1">
        <p:scale>
          <a:sx n="111" d="100"/>
          <a:sy n="111" d="100"/>
        </p:scale>
        <p:origin x="18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3/23/21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 16, 34, 35, 38, 39, 41, 44, 45, 55, 63, 64, 65, 72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        45, 38, 34, 16, 35, 41, 39, 44, 65, 63, 55, 64, 72  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        16, 35, 34, 39, 44, 41, 38, 55, 64, 63, 72, 65, 45    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Height: 4</a:t>
            </a: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	Nodes on Level 2: 34, 41, 63, 72</a:t>
            </a:r>
            <a:r>
              <a:rPr lang="en-US" sz="1200" dirty="0">
                <a:latin typeface="Times New Roman" pitchFamily="18" charset="0"/>
              </a:rPr>
              <a:t>	 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914400" y="3810000"/>
            <a:ext cx="3602268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48 7%2 / 24 * 18- 5*2 + 12</a:t>
            </a: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48 7 2 % - 24 / 18 5 2 * - 12 + *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	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20</a:t>
            </a:r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39.1667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 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  <a:p>
              <a:r>
                <a:rPr lang="en-US" dirty="0"/>
                <a:t>  14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CA2BF-7C9D-C145-8EC0-080EEE868A12}"/>
              </a:ext>
            </a:extLst>
          </p:cNvPr>
          <p:cNvSpPr txBox="1"/>
          <p:nvPr/>
        </p:nvSpPr>
        <p:spPr>
          <a:xfrm>
            <a:off x="1698335" y="2117176"/>
            <a:ext cx="66386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</a:p>
          <a:p>
            <a:r>
              <a:rPr lang="en-US" dirty="0"/>
              <a:t>73</a:t>
            </a:r>
          </a:p>
          <a:p>
            <a:r>
              <a:rPr lang="en-US" dirty="0"/>
              <a:t>21</a:t>
            </a:r>
          </a:p>
          <a:p>
            <a:r>
              <a:rPr lang="en-US" dirty="0"/>
              <a:t>7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19</a:t>
            </a:r>
          </a:p>
          <a:p>
            <a:r>
              <a:rPr lang="en-US" dirty="0"/>
              <a:t>6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51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Null</a:t>
            </a:r>
          </a:p>
          <a:p>
            <a:r>
              <a:rPr lang="en-US" dirty="0"/>
              <a:t>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3DE79B-738B-9C4E-AD6F-EF42E56F369F}"/>
              </a:ext>
            </a:extLst>
          </p:cNvPr>
          <p:cNvSpPr/>
          <p:nvPr/>
        </p:nvSpPr>
        <p:spPr>
          <a:xfrm>
            <a:off x="3581400" y="1257300"/>
            <a:ext cx="457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85177B-9ACC-F945-A163-B34871A206E2}"/>
              </a:ext>
            </a:extLst>
          </p:cNvPr>
          <p:cNvSpPr/>
          <p:nvPr/>
        </p:nvSpPr>
        <p:spPr>
          <a:xfrm>
            <a:off x="3657600" y="1337469"/>
            <a:ext cx="304800" cy="26273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B848DC-4085-A74B-B9B7-93F56D9FEAE4}"/>
              </a:ext>
            </a:extLst>
          </p:cNvPr>
          <p:cNvSpPr txBox="1"/>
          <p:nvPr/>
        </p:nvSpPr>
        <p:spPr>
          <a:xfrm>
            <a:off x="3545633" y="970384"/>
            <a:ext cx="650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2E091E-38C9-0E4E-BCA6-A6F35F2EA9C0}"/>
              </a:ext>
            </a:extLst>
          </p:cNvPr>
          <p:cNvCxnSpPr>
            <a:stCxn id="4" idx="6"/>
          </p:cNvCxnSpPr>
          <p:nvPr/>
        </p:nvCxnSpPr>
        <p:spPr>
          <a:xfrm flipV="1">
            <a:off x="3962400" y="1447800"/>
            <a:ext cx="1295400" cy="21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770B7B3-06A5-0047-AC82-CCF40B671168}"/>
              </a:ext>
            </a:extLst>
          </p:cNvPr>
          <p:cNvSpPr/>
          <p:nvPr/>
        </p:nvSpPr>
        <p:spPr>
          <a:xfrm>
            <a:off x="5334000" y="11811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84BB6F-C6D9-284A-B557-C061548562B9}"/>
              </a:ext>
            </a:extLst>
          </p:cNvPr>
          <p:cNvSpPr/>
          <p:nvPr/>
        </p:nvSpPr>
        <p:spPr>
          <a:xfrm>
            <a:off x="3962400" y="20193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C1FC975-831D-0C48-A9E6-2D42231BDC3D}"/>
              </a:ext>
            </a:extLst>
          </p:cNvPr>
          <p:cNvSpPr/>
          <p:nvPr/>
        </p:nvSpPr>
        <p:spPr>
          <a:xfrm>
            <a:off x="6705600" y="19812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2E3104-581F-C64A-97AA-E20ACBFDFCC8}"/>
              </a:ext>
            </a:extLst>
          </p:cNvPr>
          <p:cNvSpPr/>
          <p:nvPr/>
        </p:nvSpPr>
        <p:spPr>
          <a:xfrm>
            <a:off x="3200400" y="33909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CAAF841-EEF3-AD47-85EF-8638D8BCDE5C}"/>
              </a:ext>
            </a:extLst>
          </p:cNvPr>
          <p:cNvSpPr/>
          <p:nvPr/>
        </p:nvSpPr>
        <p:spPr>
          <a:xfrm>
            <a:off x="4724400" y="33909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9A9D721-BC41-4048-8E6D-E456C6F805D7}"/>
              </a:ext>
            </a:extLst>
          </p:cNvPr>
          <p:cNvSpPr/>
          <p:nvPr/>
        </p:nvSpPr>
        <p:spPr>
          <a:xfrm>
            <a:off x="6781800" y="32766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A8224FC-CB80-6B47-BC17-03304F5AC284}"/>
              </a:ext>
            </a:extLst>
          </p:cNvPr>
          <p:cNvSpPr/>
          <p:nvPr/>
        </p:nvSpPr>
        <p:spPr>
          <a:xfrm>
            <a:off x="3048000" y="46101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A94EAB7-C8F2-314A-B70B-07C4DD0A1853}"/>
              </a:ext>
            </a:extLst>
          </p:cNvPr>
          <p:cNvSpPr/>
          <p:nvPr/>
        </p:nvSpPr>
        <p:spPr>
          <a:xfrm>
            <a:off x="4038600" y="46101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AC77A07-107A-7745-8885-0065D754112F}"/>
              </a:ext>
            </a:extLst>
          </p:cNvPr>
          <p:cNvSpPr/>
          <p:nvPr/>
        </p:nvSpPr>
        <p:spPr>
          <a:xfrm>
            <a:off x="5486400" y="46101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4CB9911-0566-8A4A-9BBA-923EC433C261}"/>
              </a:ext>
            </a:extLst>
          </p:cNvPr>
          <p:cNvSpPr/>
          <p:nvPr/>
        </p:nvSpPr>
        <p:spPr>
          <a:xfrm>
            <a:off x="7315200" y="4724400"/>
            <a:ext cx="762000" cy="571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360292-AC5D-DC44-BB6A-55A09CE7F583}"/>
              </a:ext>
            </a:extLst>
          </p:cNvPr>
          <p:cNvCxnSpPr>
            <a:cxnSpLocks/>
            <a:stCxn id="8" idx="3"/>
          </p:cNvCxnSpPr>
          <p:nvPr/>
        </p:nvCxnSpPr>
        <p:spPr>
          <a:xfrm flipH="1">
            <a:off x="4762500" y="1668906"/>
            <a:ext cx="683092" cy="471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5CD745-1B9F-9342-BF44-B3E1E2AD4672}"/>
              </a:ext>
            </a:extLst>
          </p:cNvPr>
          <p:cNvCxnSpPr>
            <a:cxnSpLocks/>
            <a:stCxn id="8" idx="6"/>
            <a:endCxn id="28" idx="1"/>
          </p:cNvCxnSpPr>
          <p:nvPr/>
        </p:nvCxnSpPr>
        <p:spPr>
          <a:xfrm>
            <a:off x="6096000" y="1466850"/>
            <a:ext cx="721192" cy="598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E9EB70-2694-FB4D-9867-93C6B447BAFF}"/>
              </a:ext>
            </a:extLst>
          </p:cNvPr>
          <p:cNvCxnSpPr>
            <a:cxnSpLocks/>
          </p:cNvCxnSpPr>
          <p:nvPr/>
        </p:nvCxnSpPr>
        <p:spPr>
          <a:xfrm>
            <a:off x="7086600" y="2590800"/>
            <a:ext cx="0" cy="512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BA2E3C-A1E9-9947-95A3-CE8BE85DA0EF}"/>
              </a:ext>
            </a:extLst>
          </p:cNvPr>
          <p:cNvCxnSpPr>
            <a:cxnSpLocks/>
          </p:cNvCxnSpPr>
          <p:nvPr/>
        </p:nvCxnSpPr>
        <p:spPr>
          <a:xfrm>
            <a:off x="7239000" y="3906612"/>
            <a:ext cx="228600" cy="70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F5C1618-626E-924B-A2B0-5E9B9693DEC7}"/>
              </a:ext>
            </a:extLst>
          </p:cNvPr>
          <p:cNvCxnSpPr>
            <a:cxnSpLocks/>
          </p:cNvCxnSpPr>
          <p:nvPr/>
        </p:nvCxnSpPr>
        <p:spPr>
          <a:xfrm>
            <a:off x="5334000" y="3906612"/>
            <a:ext cx="228600" cy="700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D553D6-AD69-5B4A-A25C-68C64135520B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3429000" y="3906612"/>
            <a:ext cx="0" cy="703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0247DCE-A85F-A34A-9B5D-428E4F43A45B}"/>
              </a:ext>
            </a:extLst>
          </p:cNvPr>
          <p:cNvCxnSpPr>
            <a:cxnSpLocks/>
          </p:cNvCxnSpPr>
          <p:nvPr/>
        </p:nvCxnSpPr>
        <p:spPr>
          <a:xfrm>
            <a:off x="3962400" y="3886200"/>
            <a:ext cx="233796" cy="7211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9F345B7-352E-D241-B688-93630E522C16}"/>
              </a:ext>
            </a:extLst>
          </p:cNvPr>
          <p:cNvCxnSpPr>
            <a:cxnSpLocks/>
          </p:cNvCxnSpPr>
          <p:nvPr/>
        </p:nvCxnSpPr>
        <p:spPr>
          <a:xfrm>
            <a:off x="4643004" y="2438400"/>
            <a:ext cx="309996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D7273DC-4875-4142-88F3-FED0FEE909B5}"/>
              </a:ext>
            </a:extLst>
          </p:cNvPr>
          <p:cNvCxnSpPr>
            <a:cxnSpLocks/>
          </p:cNvCxnSpPr>
          <p:nvPr/>
        </p:nvCxnSpPr>
        <p:spPr>
          <a:xfrm flipH="1">
            <a:off x="3733800" y="2514600"/>
            <a:ext cx="299604" cy="76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476</Words>
  <Application>Microsoft Macintosh PowerPoint</Application>
  <PresentationFormat>On-screen Show (4:3)</PresentationFormat>
  <Paragraphs>141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Manager/>
  <Company>Montgomery College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Jeannette</dc:creator>
  <cp:keywords/>
  <dc:description/>
  <cp:lastModifiedBy>n j</cp:lastModifiedBy>
  <cp:revision>26</cp:revision>
  <cp:lastPrinted>2016-04-12T17:35:20Z</cp:lastPrinted>
  <dcterms:created xsi:type="dcterms:W3CDTF">2006-11-01T05:42:40Z</dcterms:created>
  <dcterms:modified xsi:type="dcterms:W3CDTF">2021-03-24T02:35:43Z</dcterms:modified>
  <cp:category/>
</cp:coreProperties>
</file>